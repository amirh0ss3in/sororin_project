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9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828800"/>
            <a:ext cx="85035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455102" y="5214724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683513" y="3010368"/>
            <a:ext cx="2080678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 err="1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 err="1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3535182" y="3491658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533638" y="3002044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4487918" y="2316244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4487918" y="3230644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6362438" y="167616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6362438" y="345924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 err="1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 err="1">
                <a:solidFill>
                  <a:srgbClr val="7B1616"/>
                </a:solidFill>
                <a:effectLst/>
                <a:uFillTx/>
                <a:latin typeface="Calibri"/>
              </a:rPr>
              <a:t>ohesin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109728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2460582" y="1470004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 err="1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>
            <a:off x="6094440" y="1463040"/>
            <a:ext cx="360" cy="1828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673280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2743200" y="2487240"/>
            <a:ext cx="6674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>
            <a:off x="324612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>
            <a:off x="894276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 err="1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 err="1">
                <a:solidFill>
                  <a:srgbClr val="FFFFFF"/>
                </a:solidFill>
                <a:effectLst/>
                <a:uFillTx/>
                <a:latin typeface="Calibri"/>
              </a:rPr>
              <a:t>ohesin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a_af" descr="/tmp/assets/af_crop.png"/>
          <p:cNvPicPr/>
          <p:nvPr/>
        </p:nvPicPr>
        <p:blipFill>
          <a:blip r:embed="rId3"/>
          <a:stretch/>
        </p:blipFill>
        <p:spPr>
          <a:xfrm>
            <a:off x="914400" y="1234440"/>
            <a:ext cx="2631960" cy="356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Text 1"/>
          <p:cNvSpPr/>
          <p:nvPr/>
        </p:nvSpPr>
        <p:spPr>
          <a:xfrm>
            <a:off x="548640" y="4892040"/>
            <a:ext cx="338292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AlphaFold 3D model — a floppy, extended chain with almost no fixed structure (one short helix = the folded C-terminus).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a_disorder" descr="/tmp/assets/disorder_crop.png"/>
          <p:cNvPicPr/>
          <p:nvPr/>
        </p:nvPicPr>
        <p:blipFill>
          <a:blip r:embed="rId4"/>
          <a:stretch/>
        </p:blipFill>
        <p:spPr>
          <a:xfrm>
            <a:off x="4297680" y="1371600"/>
            <a:ext cx="7406280" cy="408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Text 2"/>
          <p:cNvSpPr/>
          <p:nvPr/>
        </p:nvSpPr>
        <p:spPr>
          <a:xfrm>
            <a:off x="4297680" y="562356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IUPred disorder profile: 61.5% disordered (red curve above 0.5). Only the C-terminal domain (aa 230–252) folds; the KEN box, FGF motif and Ser209 all sit in disordered regions.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a_key"/>
          <p:cNvSpPr/>
          <p:nvPr/>
        </p:nvSpPr>
        <p:spPr>
          <a:xfrm>
            <a:off x="548640" y="6327720"/>
            <a:ext cx="11091240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Words>550</Words>
  <Application>Microsoft Office PowerPoint</Application>
  <PresentationFormat>Custom</PresentationFormat>
  <Paragraphs>51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Calibri</vt:lpstr>
      <vt:lpstr>Cambria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17</cp:revision>
  <dcterms:created xsi:type="dcterms:W3CDTF">2026-07-24T12:17:33Z</dcterms:created>
  <dcterms:modified xsi:type="dcterms:W3CDTF">2026-07-24T12:47:49Z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