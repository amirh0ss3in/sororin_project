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0" r:id="rId10"/>
    <p:sldId id="265" r:id="rId11"/>
    <p:sldId id="266" r:id="rId12"/>
    <p:sldId id="267" r:id="rId13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89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stabilising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E(i)  ≈  Σ over pairs (a,b)  of  M(a,b) · cₐ · c_b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stabilising energy to fold are predicted disordered (high score). It is a mean-field energy estimate from sequence — the physics-flavoured part.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favourable energy by binding a generic globular partner? If yes, it is flagged as a disordered binding region.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favourable to bind  →  binding-competent disorder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6035040" y="51109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51109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2506</Words>
  <Application>Microsoft Office PowerPoint</Application>
  <PresentationFormat>Custom</PresentationFormat>
  <Paragraphs>257</Paragraphs>
  <Slides>12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54</cp:revision>
  <dcterms:created xsi:type="dcterms:W3CDTF">2026-07-24T12:17:33Z</dcterms:created>
  <dcterms:modified xsi:type="dcterms:W3CDTF">2026-07-25T16:42:42Z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