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828800"/>
            <a:ext cx="85035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a_af" descr="/tmp/assets/af_crop.png"/>
          <p:cNvPicPr/>
          <p:nvPr/>
        </p:nvPicPr>
        <p:blipFill>
          <a:blip r:embed="rId3"/>
          <a:stretch/>
        </p:blipFill>
        <p:spPr>
          <a:xfrm>
            <a:off x="914400" y="1234440"/>
            <a:ext cx="2631960" cy="356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1"/>
          <p:cNvSpPr/>
          <p:nvPr/>
        </p:nvSpPr>
        <p:spPr>
          <a:xfrm>
            <a:off x="548640" y="4892040"/>
            <a:ext cx="338292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AlphaFold 3D model — a floppy, extended chain with almost no fixed structure (one short helix = the folded C-terminus).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a_disorder" descr="/tmp/assets/disorder_crop.png"/>
          <p:cNvPicPr/>
          <p:nvPr/>
        </p:nvPicPr>
        <p:blipFill>
          <a:blip r:embed="rId4"/>
          <a:stretch/>
        </p:blipFill>
        <p:spPr>
          <a:xfrm>
            <a:off x="4297680" y="1371600"/>
            <a:ext cx="7406280" cy="408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2"/>
          <p:cNvSpPr/>
          <p:nvPr/>
        </p:nvSpPr>
        <p:spPr>
          <a:xfrm>
            <a:off x="4297680" y="5623560"/>
            <a:ext cx="7406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 err="1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IUPred</a:t>
            </a:r>
            <a:r>
              <a:rPr lang="en-US" sz="11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 disorder profile: 61.5% disordered (red curve above 0.5). Only the C-terminal domain (aa 230–252) folds; the KEN box, FGF motif and Ser209 all sit in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a_key"/>
          <p:cNvSpPr/>
          <p:nvPr/>
        </p:nvSpPr>
        <p:spPr>
          <a:xfrm>
            <a:off x="548640" y="632772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1292</Words>
  <Application>Microsoft Office PowerPoint</Application>
  <PresentationFormat>Custom</PresentationFormat>
  <Paragraphs>131</Paragraphs>
  <Slides>8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35</cp:revision>
  <dcterms:created xsi:type="dcterms:W3CDTF">2026-07-24T12:17:33Z</dcterms:created>
  <dcterms:modified xsi:type="dcterms:W3CDTF">2026-07-25T14:09:51Z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